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0" r:id="rId5"/>
    <p:sldId id="311" r:id="rId6"/>
    <p:sldId id="312" r:id="rId7"/>
    <p:sldId id="315" r:id="rId8"/>
    <p:sldId id="316" r:id="rId9"/>
    <p:sldId id="317" r:id="rId10"/>
    <p:sldId id="318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44B44-135F-45F4-8A2F-F8CBF2B6481D}" v="6" dt="2026-08-01T10:23:01.413"/>
  </p1510:revLst>
</p1510:revInfo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394" autoAdjust="0"/>
  </p:normalViewPr>
  <p:slideViewPr>
    <p:cSldViewPr snapToGrid="0">
      <p:cViewPr>
        <p:scale>
          <a:sx n="81" d="100"/>
          <a:sy n="81" d="100"/>
        </p:scale>
        <p:origin x="754" y="13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PARTHIBAN" userId="00e37539cc29a0a0" providerId="LiveId" clId="{96428AA8-FDBB-449F-91BC-7A31A54E7BC5}"/>
    <pc:docChg chg="undo custSel addSld delSld modSld">
      <pc:chgData name="DEEPAK PARTHIBAN" userId="00e37539cc29a0a0" providerId="LiveId" clId="{96428AA8-FDBB-449F-91BC-7A31A54E7BC5}" dt="2026-08-01T10:29:40.998" v="2597" actId="404"/>
      <pc:docMkLst>
        <pc:docMk/>
      </pc:docMkLst>
      <pc:sldChg chg="del">
        <pc:chgData name="DEEPAK PARTHIBAN" userId="00e37539cc29a0a0" providerId="LiveId" clId="{96428AA8-FDBB-449F-91BC-7A31A54E7BC5}" dt="2026-08-01T08:03:44.626" v="167" actId="47"/>
        <pc:sldMkLst>
          <pc:docMk/>
          <pc:sldMk cId="3010151088" sldId="298"/>
        </pc:sldMkLst>
      </pc:sldChg>
      <pc:sldChg chg="modSp mod">
        <pc:chgData name="DEEPAK PARTHIBAN" userId="00e37539cc29a0a0" providerId="LiveId" clId="{96428AA8-FDBB-449F-91BC-7A31A54E7BC5}" dt="2026-08-01T08:00:42.596" v="166" actId="113"/>
        <pc:sldMkLst>
          <pc:docMk/>
          <pc:sldMk cId="1760268449" sldId="310"/>
        </pc:sldMkLst>
        <pc:spChg chg="mod">
          <ac:chgData name="DEEPAK PARTHIBAN" userId="00e37539cc29a0a0" providerId="LiveId" clId="{96428AA8-FDBB-449F-91BC-7A31A54E7BC5}" dt="2026-08-01T08:00:42.596" v="166" actId="113"/>
          <ac:spMkLst>
            <pc:docMk/>
            <pc:sldMk cId="1760268449" sldId="310"/>
            <ac:spMk id="7" creationId="{C0147929-8D39-DAA9-C3C5-4829D9C31C27}"/>
          </ac:spMkLst>
        </pc:spChg>
      </pc:sldChg>
      <pc:sldChg chg="modSp mod">
        <pc:chgData name="DEEPAK PARTHIBAN" userId="00e37539cc29a0a0" providerId="LiveId" clId="{96428AA8-FDBB-449F-91BC-7A31A54E7BC5}" dt="2026-08-01T07:59:57.168" v="162" actId="20577"/>
        <pc:sldMkLst>
          <pc:docMk/>
          <pc:sldMk cId="171007334" sldId="311"/>
        </pc:sldMkLst>
        <pc:spChg chg="mod">
          <ac:chgData name="DEEPAK PARTHIBAN" userId="00e37539cc29a0a0" providerId="LiveId" clId="{96428AA8-FDBB-449F-91BC-7A31A54E7BC5}" dt="2026-08-01T07:59:57.168" v="162" actId="20577"/>
          <ac:spMkLst>
            <pc:docMk/>
            <pc:sldMk cId="171007334" sldId="311"/>
            <ac:spMk id="3" creationId="{05BF4AF3-2D87-5D1D-245D-49E6F0B09A40}"/>
          </ac:spMkLst>
        </pc:spChg>
      </pc:sldChg>
      <pc:sldChg chg="addSp modSp mod">
        <pc:chgData name="DEEPAK PARTHIBAN" userId="00e37539cc29a0a0" providerId="LiveId" clId="{96428AA8-FDBB-449F-91BC-7A31A54E7BC5}" dt="2026-08-01T10:28:54.205" v="2594" actId="207"/>
        <pc:sldMkLst>
          <pc:docMk/>
          <pc:sldMk cId="788226214" sldId="312"/>
        </pc:sldMkLst>
        <pc:spChg chg="mod">
          <ac:chgData name="DEEPAK PARTHIBAN" userId="00e37539cc29a0a0" providerId="LiveId" clId="{96428AA8-FDBB-449F-91BC-7A31A54E7BC5}" dt="2026-08-01T07:59:37.314" v="158" actId="20577"/>
          <ac:spMkLst>
            <pc:docMk/>
            <pc:sldMk cId="788226214" sldId="312"/>
            <ac:spMk id="2" creationId="{FA54AEBF-73B2-2188-6E43-D85E829780A8}"/>
          </ac:spMkLst>
        </pc:spChg>
        <pc:graphicFrameChg chg="add mod modGraphic">
          <ac:chgData name="DEEPAK PARTHIBAN" userId="00e37539cc29a0a0" providerId="LiveId" clId="{96428AA8-FDBB-449F-91BC-7A31A54E7BC5}" dt="2026-08-01T10:28:32.685" v="2590" actId="1076"/>
          <ac:graphicFrameMkLst>
            <pc:docMk/>
            <pc:sldMk cId="788226214" sldId="312"/>
            <ac:graphicFrameMk id="6" creationId="{A57D99AD-03A2-5A6F-6E7E-55B90C289572}"/>
          </ac:graphicFrameMkLst>
        </pc:graphicFrameChg>
        <pc:graphicFrameChg chg="add mod modGraphic">
          <ac:chgData name="DEEPAK PARTHIBAN" userId="00e37539cc29a0a0" providerId="LiveId" clId="{96428AA8-FDBB-449F-91BC-7A31A54E7BC5}" dt="2026-08-01T10:28:38.199" v="2591" actId="207"/>
          <ac:graphicFrameMkLst>
            <pc:docMk/>
            <pc:sldMk cId="788226214" sldId="312"/>
            <ac:graphicFrameMk id="8" creationId="{D5CF0D37-68BF-738F-3233-D770BF64DCAD}"/>
          </ac:graphicFrameMkLst>
        </pc:graphicFrameChg>
        <pc:graphicFrameChg chg="add mod modGraphic">
          <ac:chgData name="DEEPAK PARTHIBAN" userId="00e37539cc29a0a0" providerId="LiveId" clId="{96428AA8-FDBB-449F-91BC-7A31A54E7BC5}" dt="2026-08-01T10:28:43.701" v="2592" actId="207"/>
          <ac:graphicFrameMkLst>
            <pc:docMk/>
            <pc:sldMk cId="788226214" sldId="312"/>
            <ac:graphicFrameMk id="9" creationId="{CB056E78-A6FA-44C4-8FB9-651353E5CADC}"/>
          </ac:graphicFrameMkLst>
        </pc:graphicFrameChg>
        <pc:graphicFrameChg chg="add mod modGraphic">
          <ac:chgData name="DEEPAK PARTHIBAN" userId="00e37539cc29a0a0" providerId="LiveId" clId="{96428AA8-FDBB-449F-91BC-7A31A54E7BC5}" dt="2026-08-01T10:28:48.745" v="2593" actId="207"/>
          <ac:graphicFrameMkLst>
            <pc:docMk/>
            <pc:sldMk cId="788226214" sldId="312"/>
            <ac:graphicFrameMk id="10" creationId="{D99C8139-7ECA-3C39-8CAA-A8D077A1A9A9}"/>
          </ac:graphicFrameMkLst>
        </pc:graphicFrameChg>
        <pc:graphicFrameChg chg="add mod modGraphic">
          <ac:chgData name="DEEPAK PARTHIBAN" userId="00e37539cc29a0a0" providerId="LiveId" clId="{96428AA8-FDBB-449F-91BC-7A31A54E7BC5}" dt="2026-08-01T10:28:54.205" v="2594" actId="207"/>
          <ac:graphicFrameMkLst>
            <pc:docMk/>
            <pc:sldMk cId="788226214" sldId="312"/>
            <ac:graphicFrameMk id="11" creationId="{92682BAF-0D14-C8AE-5ACF-DF26D824953F}"/>
          </ac:graphicFrameMkLst>
        </pc:graphicFrameChg>
      </pc:sldChg>
      <pc:sldChg chg="addSp modSp mod">
        <pc:chgData name="DEEPAK PARTHIBAN" userId="00e37539cc29a0a0" providerId="LiveId" clId="{96428AA8-FDBB-449F-91BC-7A31A54E7BC5}" dt="2026-08-01T10:11:47.434" v="2039" actId="12385"/>
        <pc:sldMkLst>
          <pc:docMk/>
          <pc:sldMk cId="1859686653" sldId="315"/>
        </pc:sldMkLst>
        <pc:spChg chg="mod">
          <ac:chgData name="DEEPAK PARTHIBAN" userId="00e37539cc29a0a0" providerId="LiveId" clId="{96428AA8-FDBB-449F-91BC-7A31A54E7BC5}" dt="2026-08-01T07:59:28.448" v="157" actId="20577"/>
          <ac:spMkLst>
            <pc:docMk/>
            <pc:sldMk cId="1859686653" sldId="315"/>
            <ac:spMk id="2" creationId="{F719EEC8-B65E-F2AF-307B-2937CF491ECC}"/>
          </ac:spMkLst>
        </pc:spChg>
        <pc:graphicFrameChg chg="add mod modGraphic">
          <ac:chgData name="DEEPAK PARTHIBAN" userId="00e37539cc29a0a0" providerId="LiveId" clId="{96428AA8-FDBB-449F-91BC-7A31A54E7BC5}" dt="2026-08-01T10:11:47.434" v="2039" actId="12385"/>
          <ac:graphicFrameMkLst>
            <pc:docMk/>
            <pc:sldMk cId="1859686653" sldId="315"/>
            <ac:graphicFrameMk id="3" creationId="{CF0E87D6-97DF-B5B0-21DD-ED0F4ECC93C8}"/>
          </ac:graphicFrameMkLst>
        </pc:graphicFrameChg>
      </pc:sldChg>
      <pc:sldChg chg="modSp mod">
        <pc:chgData name="DEEPAK PARTHIBAN" userId="00e37539cc29a0a0" providerId="LiveId" clId="{96428AA8-FDBB-449F-91BC-7A31A54E7BC5}" dt="2026-08-01T10:12:44.765" v="2044" actId="1076"/>
        <pc:sldMkLst>
          <pc:docMk/>
          <pc:sldMk cId="3709277223" sldId="316"/>
        </pc:sldMkLst>
        <pc:spChg chg="mod">
          <ac:chgData name="DEEPAK PARTHIBAN" userId="00e37539cc29a0a0" providerId="LiveId" clId="{96428AA8-FDBB-449F-91BC-7A31A54E7BC5}" dt="2026-08-01T07:59:23.003" v="156" actId="20577"/>
          <ac:spMkLst>
            <pc:docMk/>
            <pc:sldMk cId="3709277223" sldId="316"/>
            <ac:spMk id="2" creationId="{276C3DE6-7CB5-99BD-79FE-D4D4004005B3}"/>
          </ac:spMkLst>
        </pc:spChg>
        <pc:graphicFrameChg chg="mod modGraphic">
          <ac:chgData name="DEEPAK PARTHIBAN" userId="00e37539cc29a0a0" providerId="LiveId" clId="{96428AA8-FDBB-449F-91BC-7A31A54E7BC5}" dt="2026-08-01T10:12:44.765" v="2044" actId="1076"/>
          <ac:graphicFrameMkLst>
            <pc:docMk/>
            <pc:sldMk cId="3709277223" sldId="316"/>
            <ac:graphicFrameMk id="7" creationId="{3E11A96B-12BA-AC58-4871-24F6251C6BAF}"/>
          </ac:graphicFrameMkLst>
        </pc:graphicFrameChg>
      </pc:sldChg>
      <pc:sldChg chg="addSp delSp modSp mod">
        <pc:chgData name="DEEPAK PARTHIBAN" userId="00e37539cc29a0a0" providerId="LiveId" clId="{96428AA8-FDBB-449F-91BC-7A31A54E7BC5}" dt="2026-08-01T10:11:34.024" v="2038" actId="14100"/>
        <pc:sldMkLst>
          <pc:docMk/>
          <pc:sldMk cId="1266276378" sldId="317"/>
        </pc:sldMkLst>
        <pc:spChg chg="mod">
          <ac:chgData name="DEEPAK PARTHIBAN" userId="00e37539cc29a0a0" providerId="LiveId" clId="{96428AA8-FDBB-449F-91BC-7A31A54E7BC5}" dt="2026-08-01T07:59:17.205" v="155" actId="20577"/>
          <ac:spMkLst>
            <pc:docMk/>
            <pc:sldMk cId="1266276378" sldId="317"/>
            <ac:spMk id="2" creationId="{9FB62986-47AC-C234-7F09-E2E890FB3241}"/>
          </ac:spMkLst>
        </pc:spChg>
        <pc:graphicFrameChg chg="add del mod modGraphic">
          <ac:chgData name="DEEPAK PARTHIBAN" userId="00e37539cc29a0a0" providerId="LiveId" clId="{96428AA8-FDBB-449F-91BC-7A31A54E7BC5}" dt="2026-08-01T10:07:38.397" v="2004" actId="478"/>
          <ac:graphicFrameMkLst>
            <pc:docMk/>
            <pc:sldMk cId="1266276378" sldId="317"/>
            <ac:graphicFrameMk id="3" creationId="{4782A6E5-696F-FFAE-00A6-50920B11FC87}"/>
          </ac:graphicFrameMkLst>
        </pc:graphicFrameChg>
        <pc:picChg chg="add mod">
          <ac:chgData name="DEEPAK PARTHIBAN" userId="00e37539cc29a0a0" providerId="LiveId" clId="{96428AA8-FDBB-449F-91BC-7A31A54E7BC5}" dt="2026-08-01T10:10:28.565" v="2026" actId="14100"/>
          <ac:picMkLst>
            <pc:docMk/>
            <pc:sldMk cId="1266276378" sldId="317"/>
            <ac:picMk id="6" creationId="{242C27D9-4195-D8A8-A57E-1B115FB6694B}"/>
          </ac:picMkLst>
        </pc:picChg>
        <pc:picChg chg="add mod">
          <ac:chgData name="DEEPAK PARTHIBAN" userId="00e37539cc29a0a0" providerId="LiveId" clId="{96428AA8-FDBB-449F-91BC-7A31A54E7BC5}" dt="2026-08-01T10:10:38.601" v="2028" actId="14100"/>
          <ac:picMkLst>
            <pc:docMk/>
            <pc:sldMk cId="1266276378" sldId="317"/>
            <ac:picMk id="8" creationId="{11B8761A-6753-D1C7-F005-882E8009134A}"/>
          </ac:picMkLst>
        </pc:picChg>
        <pc:picChg chg="add mod">
          <ac:chgData name="DEEPAK PARTHIBAN" userId="00e37539cc29a0a0" providerId="LiveId" clId="{96428AA8-FDBB-449F-91BC-7A31A54E7BC5}" dt="2026-08-01T10:10:43.792" v="2029" actId="14100"/>
          <ac:picMkLst>
            <pc:docMk/>
            <pc:sldMk cId="1266276378" sldId="317"/>
            <ac:picMk id="10" creationId="{43D889A8-56FA-05B2-4B32-9141B511AE78}"/>
          </ac:picMkLst>
        </pc:picChg>
        <pc:picChg chg="add mod">
          <ac:chgData name="DEEPAK PARTHIBAN" userId="00e37539cc29a0a0" providerId="LiveId" clId="{96428AA8-FDBB-449F-91BC-7A31A54E7BC5}" dt="2026-08-01T10:11:34.024" v="2038" actId="14100"/>
          <ac:picMkLst>
            <pc:docMk/>
            <pc:sldMk cId="1266276378" sldId="317"/>
            <ac:picMk id="12" creationId="{926FE33A-2981-A7F7-4082-2A08FB5E78CD}"/>
          </ac:picMkLst>
        </pc:picChg>
      </pc:sldChg>
      <pc:sldChg chg="addSp delSp modSp mod modClrScheme chgLayout">
        <pc:chgData name="DEEPAK PARTHIBAN" userId="00e37539cc29a0a0" providerId="LiveId" clId="{96428AA8-FDBB-449F-91BC-7A31A54E7BC5}" dt="2026-08-01T07:33:45.723" v="139" actId="113"/>
        <pc:sldMkLst>
          <pc:docMk/>
          <pc:sldMk cId="1256251575" sldId="318"/>
        </pc:sldMkLst>
        <pc:spChg chg="mod ord">
          <ac:chgData name="DEEPAK PARTHIBAN" userId="00e37539cc29a0a0" providerId="LiveId" clId="{96428AA8-FDBB-449F-91BC-7A31A54E7BC5}" dt="2026-08-01T07:31:15.156" v="29" actId="700"/>
          <ac:spMkLst>
            <pc:docMk/>
            <pc:sldMk cId="1256251575" sldId="318"/>
            <ac:spMk id="2" creationId="{6E137A3D-C187-07E6-095A-E21EDEE4A2D9}"/>
          </ac:spMkLst>
        </pc:spChg>
        <pc:spChg chg="add del mod ord">
          <ac:chgData name="DEEPAK PARTHIBAN" userId="00e37539cc29a0a0" providerId="LiveId" clId="{96428AA8-FDBB-449F-91BC-7A31A54E7BC5}" dt="2026-08-01T07:31:15.156" v="29" actId="700"/>
          <ac:spMkLst>
            <pc:docMk/>
            <pc:sldMk cId="1256251575" sldId="318"/>
            <ac:spMk id="4" creationId="{C5B89DD5-F4DB-1E07-A8B9-C88F7A09AFAA}"/>
          </ac:spMkLst>
        </pc:spChg>
        <pc:spChg chg="mod ord">
          <ac:chgData name="DEEPAK PARTHIBAN" userId="00e37539cc29a0a0" providerId="LiveId" clId="{96428AA8-FDBB-449F-91BC-7A31A54E7BC5}" dt="2026-08-01T07:31:15.156" v="29" actId="700"/>
          <ac:spMkLst>
            <pc:docMk/>
            <pc:sldMk cId="1256251575" sldId="318"/>
            <ac:spMk id="5" creationId="{9710C0C5-262E-7DB2-899A-B2C37E6CE022}"/>
          </ac:spMkLst>
        </pc:spChg>
        <pc:spChg chg="add del">
          <ac:chgData name="DEEPAK PARTHIBAN" userId="00e37539cc29a0a0" providerId="LiveId" clId="{96428AA8-FDBB-449F-91BC-7A31A54E7BC5}" dt="2026-08-01T07:31:31.898" v="31" actId="478"/>
          <ac:spMkLst>
            <pc:docMk/>
            <pc:sldMk cId="1256251575" sldId="318"/>
            <ac:spMk id="6" creationId="{2EF0DC6E-CCDA-A502-E647-5F71720AF89D}"/>
          </ac:spMkLst>
        </pc:spChg>
        <pc:spChg chg="add mod">
          <ac:chgData name="DEEPAK PARTHIBAN" userId="00e37539cc29a0a0" providerId="LiveId" clId="{96428AA8-FDBB-449F-91BC-7A31A54E7BC5}" dt="2026-08-01T07:33:45.723" v="139" actId="113"/>
          <ac:spMkLst>
            <pc:docMk/>
            <pc:sldMk cId="1256251575" sldId="318"/>
            <ac:spMk id="7" creationId="{5CAEAAB5-085C-2A4D-3EB3-0EEFE5ABFC7D}"/>
          </ac:spMkLst>
        </pc:spChg>
        <pc:graphicFrameChg chg="modGraphic">
          <ac:chgData name="DEEPAK PARTHIBAN" userId="00e37539cc29a0a0" providerId="LiveId" clId="{96428AA8-FDBB-449F-91BC-7A31A54E7BC5}" dt="2026-08-01T07:30:03.947" v="25" actId="403"/>
          <ac:graphicFrameMkLst>
            <pc:docMk/>
            <pc:sldMk cId="1256251575" sldId="318"/>
            <ac:graphicFrameMk id="3" creationId="{D499699B-7642-0460-780B-1E26EDF308C9}"/>
          </ac:graphicFrameMkLst>
        </pc:graphicFrameChg>
      </pc:sldChg>
      <pc:sldChg chg="addSp delSp modSp mod modClrScheme chgLayout">
        <pc:chgData name="DEEPAK PARTHIBAN" userId="00e37539cc29a0a0" providerId="LiveId" clId="{96428AA8-FDBB-449F-91BC-7A31A54E7BC5}" dt="2026-08-01T10:29:40.998" v="2597" actId="404"/>
        <pc:sldMkLst>
          <pc:docMk/>
          <pc:sldMk cId="3158872507" sldId="319"/>
        </pc:sldMkLst>
        <pc:spChg chg="del mod ord">
          <ac:chgData name="DEEPAK PARTHIBAN" userId="00e37539cc29a0a0" providerId="LiveId" clId="{96428AA8-FDBB-449F-91BC-7A31A54E7BC5}" dt="2026-08-01T10:24:41.639" v="2549" actId="478"/>
          <ac:spMkLst>
            <pc:docMk/>
            <pc:sldMk cId="3158872507" sldId="319"/>
            <ac:spMk id="2" creationId="{41194E7A-0741-FF21-498E-E7379FF98ADC}"/>
          </ac:spMkLst>
        </pc:spChg>
        <pc:spChg chg="add del mod ord">
          <ac:chgData name="DEEPAK PARTHIBAN" userId="00e37539cc29a0a0" providerId="LiveId" clId="{96428AA8-FDBB-449F-91BC-7A31A54E7BC5}" dt="2026-08-01T10:21:49.780" v="2505" actId="700"/>
          <ac:spMkLst>
            <pc:docMk/>
            <pc:sldMk cId="3158872507" sldId="319"/>
            <ac:spMk id="3" creationId="{BFE1041E-05D4-D048-DEC8-C60EAB405AC7}"/>
          </ac:spMkLst>
        </pc:spChg>
        <pc:spChg chg="add del mod ord">
          <ac:chgData name="DEEPAK PARTHIBAN" userId="00e37539cc29a0a0" providerId="LiveId" clId="{96428AA8-FDBB-449F-91BC-7A31A54E7BC5}" dt="2026-08-01T10:22:28.813" v="2507" actId="700"/>
          <ac:spMkLst>
            <pc:docMk/>
            <pc:sldMk cId="3158872507" sldId="319"/>
            <ac:spMk id="4" creationId="{D8165AC0-503E-D4F8-F797-515119A6DE3E}"/>
          </ac:spMkLst>
        </pc:spChg>
        <pc:spChg chg="mod ord">
          <ac:chgData name="DEEPAK PARTHIBAN" userId="00e37539cc29a0a0" providerId="LiveId" clId="{96428AA8-FDBB-449F-91BC-7A31A54E7BC5}" dt="2026-08-01T10:22:28.813" v="2507" actId="700"/>
          <ac:spMkLst>
            <pc:docMk/>
            <pc:sldMk cId="3158872507" sldId="319"/>
            <ac:spMk id="5" creationId="{74D9A555-B6AB-10B0-E849-A3386C660D50}"/>
          </ac:spMkLst>
        </pc:spChg>
        <pc:spChg chg="add mod">
          <ac:chgData name="DEEPAK PARTHIBAN" userId="00e37539cc29a0a0" providerId="LiveId" clId="{96428AA8-FDBB-449F-91BC-7A31A54E7BC5}" dt="2026-08-01T10:29:40.998" v="2597" actId="404"/>
          <ac:spMkLst>
            <pc:docMk/>
            <pc:sldMk cId="3158872507" sldId="319"/>
            <ac:spMk id="6" creationId="{08FB7873-E8CD-8EE4-B4D6-6CBD230A8611}"/>
          </ac:spMkLst>
        </pc:spChg>
        <pc:spChg chg="add mod">
          <ac:chgData name="DEEPAK PARTHIBAN" userId="00e37539cc29a0a0" providerId="LiveId" clId="{96428AA8-FDBB-449F-91BC-7A31A54E7BC5}" dt="2026-08-01T10:22:53.442" v="2535"/>
          <ac:spMkLst>
            <pc:docMk/>
            <pc:sldMk cId="3158872507" sldId="319"/>
            <ac:spMk id="7" creationId="{C11F68D0-938D-F796-55BC-948C451FFD43}"/>
          </ac:spMkLst>
        </pc:spChg>
        <pc:spChg chg="add del mod">
          <ac:chgData name="DEEPAK PARTHIBAN" userId="00e37539cc29a0a0" providerId="LiveId" clId="{96428AA8-FDBB-449F-91BC-7A31A54E7BC5}" dt="2026-08-01T10:24:45.656" v="2550" actId="478"/>
          <ac:spMkLst>
            <pc:docMk/>
            <pc:sldMk cId="3158872507" sldId="319"/>
            <ac:spMk id="9" creationId="{C2588054-A1BA-6AC9-5901-F4E97B77A2FB}"/>
          </ac:spMkLst>
        </pc:spChg>
      </pc:sldChg>
      <pc:sldChg chg="modSp add del mod">
        <pc:chgData name="DEEPAK PARTHIBAN" userId="00e37539cc29a0a0" providerId="LiveId" clId="{96428AA8-FDBB-449F-91BC-7A31A54E7BC5}" dt="2026-08-01T08:48:00.641" v="195" actId="47"/>
        <pc:sldMkLst>
          <pc:docMk/>
          <pc:sldMk cId="1367704414" sldId="320"/>
        </pc:sldMkLst>
        <pc:spChg chg="mod">
          <ac:chgData name="DEEPAK PARTHIBAN" userId="00e37539cc29a0a0" providerId="LiveId" clId="{96428AA8-FDBB-449F-91BC-7A31A54E7BC5}" dt="2026-08-01T08:04:03.048" v="178" actId="1076"/>
          <ac:spMkLst>
            <pc:docMk/>
            <pc:sldMk cId="1367704414" sldId="320"/>
            <ac:spMk id="2" creationId="{CD90B9ED-CCD2-D111-FA91-043695F63F9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lose-up of a green field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433137"/>
            <a:ext cx="9792182" cy="5823283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4400" dirty="0">
                <a:solidFill>
                  <a:schemeClr val="bg1"/>
                </a:solidFill>
              </a:rPr>
              <a:t>Project c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turning floodwaters into productive agriculture.</a:t>
            </a:r>
            <a:br>
              <a:rPr lang="en-US" sz="4000" dirty="0">
                <a:solidFill>
                  <a:schemeClr val="bg1"/>
                </a:solidFill>
              </a:rPr>
            </a:b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team id: h26agr09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project lead: Niranjan s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project members: deepak p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&amp; Santhosh gk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college name: vellore institute of technology - chennai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5BA975B6-ACDF-974C-4B0A-792DE5F09C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5BF4AF3-2D87-5D1D-245D-49E6F0B0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40631"/>
            <a:ext cx="9792182" cy="6272463"/>
          </a:xfrm>
        </p:spPr>
        <p:txBody>
          <a:bodyPr/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Problem Statement: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r>
              <a:rPr lang="en-IN" sz="1800" dirty="0">
                <a:solidFill>
                  <a:schemeClr val="bg1"/>
                </a:solidFill>
              </a:rPr>
              <a:t>During flood events, massive volumes of unutilized freshwater from the lower </a:t>
            </a:r>
            <a:r>
              <a:rPr lang="en-IN" sz="1800" dirty="0" err="1">
                <a:solidFill>
                  <a:schemeClr val="bg1"/>
                </a:solidFill>
              </a:rPr>
              <a:t>Kollidam</a:t>
            </a:r>
            <a:r>
              <a:rPr lang="en-IN" sz="1800" dirty="0">
                <a:solidFill>
                  <a:schemeClr val="bg1"/>
                </a:solidFill>
              </a:rPr>
              <a:t> River basin are lost directly to the Bay of Bengal due to a lack of water retention structures, leaving adjacent agricultural zones to suffer from severe groundwater depletion.</a:t>
            </a:r>
            <a:br>
              <a:rPr lang="en-IN" sz="1800" dirty="0">
                <a:solidFill>
                  <a:schemeClr val="bg1"/>
                </a:solidFill>
              </a:rPr>
            </a:br>
            <a:br>
              <a:rPr lang="en-IN" sz="1800" dirty="0">
                <a:solidFill>
                  <a:schemeClr val="bg1"/>
                </a:solidFill>
              </a:rPr>
            </a:br>
            <a:br>
              <a:rPr lang="en-IN" sz="1800" dirty="0">
                <a:solidFill>
                  <a:schemeClr val="bg1"/>
                </a:solidFill>
              </a:rPr>
            </a:br>
            <a:br>
              <a:rPr lang="en-IN" sz="18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Objectives:</a:t>
            </a:r>
            <a:br>
              <a:rPr lang="en-IN" sz="2400" dirty="0">
                <a:solidFill>
                  <a:schemeClr val="bg1"/>
                </a:solidFill>
              </a:rPr>
            </a:br>
            <a:br>
              <a:rPr lang="en-IN" sz="1800" dirty="0">
                <a:solidFill>
                  <a:schemeClr val="bg1"/>
                </a:solidFill>
              </a:rPr>
            </a:br>
            <a:r>
              <a:rPr lang="en-IN" sz="1800" dirty="0">
                <a:solidFill>
                  <a:schemeClr val="bg1"/>
                </a:solidFill>
              </a:rPr>
              <a:t>1) Develop an AI-driven geospatial decision support system to optimize check-dam placement along the </a:t>
            </a:r>
            <a:r>
              <a:rPr lang="en-IN" sz="1800" dirty="0" err="1">
                <a:solidFill>
                  <a:schemeClr val="bg1"/>
                </a:solidFill>
              </a:rPr>
              <a:t>Kollidam</a:t>
            </a:r>
            <a:r>
              <a:rPr lang="en-IN" sz="1800" dirty="0">
                <a:solidFill>
                  <a:schemeClr val="bg1"/>
                </a:solidFill>
              </a:rPr>
              <a:t> River basin using multi-criteria hydrological modeling.</a:t>
            </a:r>
            <a:br>
              <a:rPr lang="en-IN" sz="1800" dirty="0">
                <a:solidFill>
                  <a:schemeClr val="bg1"/>
                </a:solidFill>
              </a:rPr>
            </a:br>
            <a:r>
              <a:rPr lang="en-IN" sz="1800" dirty="0">
                <a:solidFill>
                  <a:schemeClr val="bg1"/>
                </a:solidFill>
              </a:rPr>
              <a:t>2)Maximize groundwater recharge and prevent freshwater sea loss by analyzing high-resolution 30m DEM terrain elevation, soil permeability, and daily rainfall data.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59" y="331696"/>
            <a:ext cx="4352081" cy="600634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7D99AD-03A2-5A6F-6E7E-55B90C289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197459"/>
              </p:ext>
            </p:extLst>
          </p:nvPr>
        </p:nvGraphicFramePr>
        <p:xfrm>
          <a:off x="0" y="1255151"/>
          <a:ext cx="3400612" cy="2355069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00306">
                  <a:extLst>
                    <a:ext uri="{9D8B030D-6E8A-4147-A177-3AD203B41FA5}">
                      <a16:colId xmlns:a16="http://schemas.microsoft.com/office/drawing/2014/main" val="1920615609"/>
                    </a:ext>
                  </a:extLst>
                </a:gridCol>
                <a:gridCol w="1700306">
                  <a:extLst>
                    <a:ext uri="{9D8B030D-6E8A-4147-A177-3AD203B41FA5}">
                      <a16:colId xmlns:a16="http://schemas.microsoft.com/office/drawing/2014/main" val="2297921542"/>
                    </a:ext>
                  </a:extLst>
                </a:gridCol>
              </a:tblGrid>
              <a:tr h="359546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Dataset used: 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831933"/>
                  </a:ext>
                </a:extLst>
              </a:tr>
              <a:tr h="314723">
                <a:tc>
                  <a:txBody>
                    <a:bodyPr/>
                    <a:lstStyle/>
                    <a:p>
                      <a:r>
                        <a:rPr lang="en-US" sz="1100" dirty="0"/>
                        <a:t>NASA SRTM 30m DEM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Slope and Elevation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762272"/>
                  </a:ext>
                </a:extLst>
              </a:tr>
              <a:tr h="543220">
                <a:tc>
                  <a:txBody>
                    <a:bodyPr/>
                    <a:lstStyle/>
                    <a:p>
                      <a:r>
                        <a:rPr lang="en-US" sz="1100" dirty="0"/>
                        <a:t>Copernicus Sentinel-2 L2A Satellite Imagery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Water Detection (NDWI)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83323"/>
                  </a:ext>
                </a:extLst>
              </a:tr>
              <a:tr h="543220">
                <a:tc>
                  <a:txBody>
                    <a:bodyPr/>
                    <a:lstStyle/>
                    <a:p>
                      <a:r>
                        <a:rPr lang="en-US" sz="1100" dirty="0"/>
                        <a:t>ESA </a:t>
                      </a:r>
                      <a:r>
                        <a:rPr lang="en-US" sz="1100" dirty="0" err="1"/>
                        <a:t>WorldCover</a:t>
                      </a:r>
                      <a:r>
                        <a:rPr lang="en-US" sz="1100" dirty="0"/>
                        <a:t> 10m Land Cover (LULC)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Cropland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044220"/>
                  </a:ext>
                </a:extLst>
              </a:tr>
              <a:tr h="543220">
                <a:tc>
                  <a:txBody>
                    <a:bodyPr/>
                    <a:lstStyle/>
                    <a:p>
                      <a:r>
                        <a:rPr lang="en-US" sz="1100" dirty="0"/>
                        <a:t>PWD/CGWB Hydrological Telemetry &amp; USDA Soil Dataset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Soil Infiltration</a:t>
                      </a:r>
                      <a:endParaRPr lang="en-I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23319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CF0D37-68BF-738F-3233-D770BF64D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275751"/>
              </p:ext>
            </p:extLst>
          </p:nvPr>
        </p:nvGraphicFramePr>
        <p:xfrm>
          <a:off x="3735328" y="1255151"/>
          <a:ext cx="1978143" cy="14833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978143">
                  <a:extLst>
                    <a:ext uri="{9D8B030D-6E8A-4147-A177-3AD203B41FA5}">
                      <a16:colId xmlns:a16="http://schemas.microsoft.com/office/drawing/2014/main" val="266887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Pre-Processing Engine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27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Spatial Interpolation -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3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Fills Raster Gaps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5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Grid Smoothing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67264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056E78-A6FA-44C4-8FB9-651353E5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052927"/>
              </p:ext>
            </p:extLst>
          </p:nvPr>
        </p:nvGraphicFramePr>
        <p:xfrm>
          <a:off x="6048188" y="1255151"/>
          <a:ext cx="6143812" cy="1850351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3071906">
                  <a:extLst>
                    <a:ext uri="{9D8B030D-6E8A-4147-A177-3AD203B41FA5}">
                      <a16:colId xmlns:a16="http://schemas.microsoft.com/office/drawing/2014/main" val="946249002"/>
                    </a:ext>
                  </a:extLst>
                </a:gridCol>
                <a:gridCol w="3071906">
                  <a:extLst>
                    <a:ext uri="{9D8B030D-6E8A-4147-A177-3AD203B41FA5}">
                      <a16:colId xmlns:a16="http://schemas.microsoft.com/office/drawing/2014/main" val="35188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DUAL AI &amp; HYDROLOGICAL ENGINE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Parameters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19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Unsupervised AI (K-means)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 Spatial Cluster Centers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058174"/>
                  </a:ext>
                </a:extLst>
              </a:tr>
              <a:tr h="349356">
                <a:tc>
                  <a:txBody>
                    <a:bodyPr/>
                    <a:lstStyle/>
                    <a:p>
                      <a:r>
                        <a:rPr lang="en-US" sz="1200" dirty="0"/>
                        <a:t>Supervised AI (Random Forest)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 Tree Suitability Scores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645900"/>
                  </a:ext>
                </a:extLst>
              </a:tr>
              <a:tr h="602999">
                <a:tc>
                  <a:txBody>
                    <a:bodyPr/>
                    <a:lstStyle/>
                    <a:p>
                      <a:r>
                        <a:rPr lang="en-US" sz="1200" dirty="0"/>
                        <a:t>Hydro-MCDA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Slope(30%), Flow(25%), Soil(20%), Farmland(15%), Width(10%)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4747"/>
                  </a:ext>
                </a:extLst>
              </a:tr>
              <a:tr h="349356">
                <a:tc>
                  <a:txBody>
                    <a:bodyPr/>
                    <a:lstStyle/>
                    <a:p>
                      <a:r>
                        <a:rPr lang="en-US" sz="1200" dirty="0"/>
                        <a:t>SCS-CN Runoff Hydro Calculator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Runoff Volume (ML) &amp; GW Rise (+m)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496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C8139-7ECA-3C39-8CAA-A8D077A1A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35738"/>
              </p:ext>
            </p:extLst>
          </p:nvPr>
        </p:nvGraphicFramePr>
        <p:xfrm>
          <a:off x="6824868" y="4163285"/>
          <a:ext cx="5257800" cy="1536409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934314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873791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069922609"/>
                    </a:ext>
                  </a:extLst>
                </a:gridCol>
              </a:tblGrid>
              <a:tr h="420395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Explainable AI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63204"/>
                  </a:ext>
                </a:extLst>
              </a:tr>
              <a:tr h="282232">
                <a:tc>
                  <a:txBody>
                    <a:bodyPr/>
                    <a:lstStyle/>
                    <a:p>
                      <a:r>
                        <a:rPr lang="en-US" sz="1600" dirty="0"/>
                        <a:t>Feature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XAI Method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523665"/>
                  </a:ext>
                </a:extLst>
              </a:tr>
              <a:tr h="780734">
                <a:tc>
                  <a:txBody>
                    <a:bodyPr/>
                    <a:lstStyle/>
                    <a:p>
                      <a:r>
                        <a:rPr lang="en-US" sz="1600" dirty="0"/>
                        <a:t>Score Attribution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SHAP Additive Decomposition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+/- Score Impact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844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682BAF-0D14-C8AE-5ACF-DF26D8249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2769"/>
              </p:ext>
            </p:extLst>
          </p:nvPr>
        </p:nvGraphicFramePr>
        <p:xfrm>
          <a:off x="0" y="4163285"/>
          <a:ext cx="6312348" cy="2217644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104116">
                  <a:extLst>
                    <a:ext uri="{9D8B030D-6E8A-4147-A177-3AD203B41FA5}">
                      <a16:colId xmlns:a16="http://schemas.microsoft.com/office/drawing/2014/main" val="2862171874"/>
                    </a:ext>
                  </a:extLst>
                </a:gridCol>
                <a:gridCol w="2104116">
                  <a:extLst>
                    <a:ext uri="{9D8B030D-6E8A-4147-A177-3AD203B41FA5}">
                      <a16:colId xmlns:a16="http://schemas.microsoft.com/office/drawing/2014/main" val="3354897292"/>
                    </a:ext>
                  </a:extLst>
                </a:gridCol>
                <a:gridCol w="2104116">
                  <a:extLst>
                    <a:ext uri="{9D8B030D-6E8A-4147-A177-3AD203B41FA5}">
                      <a16:colId xmlns:a16="http://schemas.microsoft.com/office/drawing/2014/main" val="1940277237"/>
                    </a:ext>
                  </a:extLst>
                </a:gridCol>
              </a:tblGrid>
              <a:tr h="419947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Presentation Layer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83081"/>
                  </a:ext>
                </a:extLst>
              </a:tr>
              <a:tr h="419947">
                <a:tc>
                  <a:txBody>
                    <a:bodyPr/>
                    <a:lstStyle/>
                    <a:p>
                      <a:r>
                        <a:rPr lang="en-US" sz="1200" dirty="0"/>
                        <a:t>UI Component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Framework/Library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 Actions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101390"/>
                  </a:ext>
                </a:extLst>
              </a:tr>
              <a:tr h="1377750">
                <a:tc>
                  <a:txBody>
                    <a:bodyPr/>
                    <a:lstStyle/>
                    <a:p>
                      <a:r>
                        <a:rPr lang="en-US" sz="1200" dirty="0"/>
                        <a:t>GIS Map View</a:t>
                      </a:r>
                    </a:p>
                    <a:p>
                      <a:r>
                        <a:rPr lang="en-US" sz="1200" dirty="0"/>
                        <a:t>XAI Panel</a:t>
                      </a:r>
                    </a:p>
                    <a:p>
                      <a:r>
                        <a:rPr lang="en-US" sz="1200" dirty="0"/>
                        <a:t>Slider Controls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React + Leaflet</a:t>
                      </a:r>
                    </a:p>
                    <a:p>
                      <a:r>
                        <a:rPr lang="en-US" sz="1200" dirty="0"/>
                        <a:t>Recharts Waterfall chart</a:t>
                      </a:r>
                    </a:p>
                    <a:p>
                      <a:r>
                        <a:rPr lang="en-US" sz="1200" dirty="0" err="1"/>
                        <a:t>TailwindCSS</a:t>
                      </a:r>
                      <a:br>
                        <a:rPr lang="en-US" sz="1200" dirty="0"/>
                      </a:br>
                      <a:r>
                        <a:rPr lang="en-US" sz="1200" dirty="0" err="1"/>
                        <a:t>rasterio</a:t>
                      </a:r>
                      <a:r>
                        <a:rPr lang="en-US" sz="1200" dirty="0"/>
                        <a:t> python library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Visually pin and mask </a:t>
                      </a:r>
                    </a:p>
                    <a:p>
                      <a:r>
                        <a:rPr lang="en-US" sz="1200" dirty="0"/>
                        <a:t>Feature breakdown</a:t>
                      </a:r>
                    </a:p>
                    <a:p>
                      <a:r>
                        <a:rPr lang="en-US" sz="1200" dirty="0"/>
                        <a:t>Real-time Weights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5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A1EF-0D4C-5EED-7AEF-6065EA0A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EEC8-B65E-F2AF-307B-2937CF491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59" y="331695"/>
            <a:ext cx="4352081" cy="537881"/>
          </a:xfrm>
        </p:spPr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F20FB-71B7-E326-346E-67A9B6EB1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0E87D6-97DF-B5B0-21DD-ED0F4ECC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01232"/>
              </p:ext>
            </p:extLst>
          </p:nvPr>
        </p:nvGraphicFramePr>
        <p:xfrm>
          <a:off x="2031999" y="1517525"/>
          <a:ext cx="8127999" cy="42113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6024736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946992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65798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602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Unsupervised ML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 river into 5 spatial zones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02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Supervised ML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terrain suitability scores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02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Hydro-MCDA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Spatial Scoring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Rank sites by weighted criteria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4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SCS-CN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Hydrology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Calculates rainfall runoff volume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7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SHAP XAI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Explainable 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Explains feature impact on scores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423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3x3 Interpolator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Raster Processing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Fills missing soil/DEM pixels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3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968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C70E-95B7-C861-BACD-644BF0F8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3DE6-7CB5-99BD-79FE-D4D40040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59" y="331695"/>
            <a:ext cx="4352081" cy="537881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D9649-8D78-2868-7A4A-89ED65C69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11A96B-12BA-AC58-4871-24F6251C6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15105"/>
              </p:ext>
            </p:extLst>
          </p:nvPr>
        </p:nvGraphicFramePr>
        <p:xfrm>
          <a:off x="1981199" y="1177336"/>
          <a:ext cx="8229600" cy="5107296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8387730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47430988"/>
                    </a:ext>
                  </a:extLst>
                </a:gridCol>
              </a:tblGrid>
              <a:tr h="63841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Primary Technology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590802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Frontend UI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 18 + Vite 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93671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GIS Mapping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Leaflet.js + Recharts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427375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Backend API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3.12 + </a:t>
                      </a:r>
                      <a:r>
                        <a:rPr lang="en-US" dirty="0" err="1"/>
                        <a:t>FastAPI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6345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GIS Engine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Rasterio</a:t>
                      </a:r>
                      <a:r>
                        <a:rPr lang="en-US" dirty="0"/>
                        <a:t> + NumPy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97292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AI / Machine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PyTorch</a:t>
                      </a:r>
                      <a:r>
                        <a:rPr lang="en-US" dirty="0"/>
                        <a:t> + Scikit-Learn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10103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Hydrology Modeling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USDA SCS-CN Engine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827963"/>
                  </a:ext>
                </a:extLst>
              </a:tr>
              <a:tr h="638412">
                <a:tc>
                  <a:txBody>
                    <a:bodyPr/>
                    <a:lstStyle/>
                    <a:p>
                      <a:r>
                        <a:rPr lang="en-US" dirty="0"/>
                        <a:t>Datasets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GeoTIFF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GeoJSON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593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27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2E645-491C-04D5-9D5D-EDDCB2A5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2986-47AC-C234-7F09-E2E890FB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59" y="331695"/>
            <a:ext cx="4352081" cy="537881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11C7D-C837-256A-0181-530CD03B4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2C27D9-4195-D8A8-A57E-1B115FB66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64" y="1281081"/>
            <a:ext cx="5306527" cy="20147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B8761A-6753-D1C7-F005-882E80091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510" y="1286000"/>
            <a:ext cx="5047637" cy="20098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D889A8-56FA-05B2-4B32-9141B511A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64" y="3730191"/>
            <a:ext cx="5306527" cy="21129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6FE33A-2981-A7F7-4082-2A08FB5E7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510" y="3624072"/>
            <a:ext cx="5047637" cy="22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7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30B6-A758-1DC4-E30B-B77F592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7A3D-C187-07E6-095A-E21EDEE4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842" y="175520"/>
            <a:ext cx="6090315" cy="598747"/>
          </a:xfrm>
        </p:spPr>
        <p:txBody>
          <a:bodyPr/>
          <a:lstStyle/>
          <a:p>
            <a:r>
              <a:rPr lang="en-US" dirty="0"/>
              <a:t>Existing solutions and its gap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0C0C5-262E-7DB2-899A-B2C37E6CE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99699B-7642-0460-780B-1E26EDF30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82784"/>
              </p:ext>
            </p:extLst>
          </p:nvPr>
        </p:nvGraphicFramePr>
        <p:xfrm>
          <a:off x="838199" y="1030943"/>
          <a:ext cx="10515600" cy="4765699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784254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258982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850208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51510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25914031"/>
                    </a:ext>
                  </a:extLst>
                </a:gridCol>
              </a:tblGrid>
              <a:tr h="750885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Category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IMD / CWC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(Flood warning system)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Hydro Simulators</a:t>
                      </a:r>
                    </a:p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(HEC-RAS/SWMM)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PWD Manual Field Surveys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PROJECT - C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30006"/>
                  </a:ext>
                </a:extLst>
              </a:tr>
              <a:tr h="435036">
                <a:tc>
                  <a:txBody>
                    <a:bodyPr/>
                    <a:lstStyle/>
                    <a:p>
                      <a:r>
                        <a:rPr lang="en-US" sz="1400" dirty="0"/>
                        <a:t>Primary Focus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Flood alerts only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Post-Design Physics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Physical soil drilling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Automated Dam Siting and Water Recovery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62124"/>
                  </a:ext>
                </a:extLst>
              </a:tr>
              <a:tr h="750885">
                <a:tc>
                  <a:txBody>
                    <a:bodyPr/>
                    <a:lstStyle/>
                    <a:p>
                      <a:r>
                        <a:rPr lang="en-US" sz="1400" dirty="0"/>
                        <a:t>Automated Site Discovery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Slow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Instant AI Spatial Scan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312153"/>
                  </a:ext>
                </a:extLst>
              </a:tr>
              <a:tr h="752604">
                <a:tc>
                  <a:txBody>
                    <a:bodyPr/>
                    <a:lstStyle/>
                    <a:p>
                      <a:r>
                        <a:rPr lang="en-US" sz="1400" dirty="0"/>
                        <a:t>Multi-Model Satellite Ingestion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Manual inputs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Expensive, Manual sampling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Full automated pipeline (DEM + SOIL + RAIN)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530184"/>
                  </a:ext>
                </a:extLst>
              </a:tr>
              <a:tr h="735106">
                <a:tc>
                  <a:txBody>
                    <a:bodyPr/>
                    <a:lstStyle/>
                    <a:p>
                      <a:r>
                        <a:rPr lang="en-US" sz="1400" dirty="0"/>
                        <a:t>AI Feasibility Scoring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Subjective opinions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Driven Score(0-100)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986398"/>
                  </a:ext>
                </a:extLst>
              </a:tr>
              <a:tr h="739899">
                <a:tc>
                  <a:txBody>
                    <a:bodyPr/>
                    <a:lstStyle/>
                    <a:p>
                      <a:r>
                        <a:rPr lang="en-US" sz="1400" dirty="0"/>
                        <a:t>Historical Disaster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Alert and warning only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simulation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simulation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72h Hydrograph (NOV 2021 Case Study)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9135"/>
                  </a:ext>
                </a:extLst>
              </a:tr>
              <a:tr h="435036">
                <a:tc>
                  <a:txBody>
                    <a:bodyPr/>
                    <a:lstStyle/>
                    <a:p>
                      <a:r>
                        <a:rPr lang="en-US" sz="1400" dirty="0"/>
                        <a:t>Farmland irrigation and Aquifer gain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Post-Survey only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Automated Table Gain and Area calculation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1262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AEAAB5-085C-2A4D-3EB3-0EEFE5ABFC7D}"/>
              </a:ext>
            </a:extLst>
          </p:cNvPr>
          <p:cNvSpPr txBox="1"/>
          <p:nvPr/>
        </p:nvSpPr>
        <p:spPr>
          <a:xfrm>
            <a:off x="838199" y="6069106"/>
            <a:ext cx="1034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Unmatched Novelty: No direct end-to-end automated solution exists in current literature or industry.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5625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CDA9-3219-BFC1-1809-A6BD29E2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9A555-B6AB-10B0-E849-A3386C660D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FB7873-E8CD-8EE4-B4D6-6CBD230A8611}"/>
              </a:ext>
            </a:extLst>
          </p:cNvPr>
          <p:cNvSpPr txBox="1">
            <a:spLocks/>
          </p:cNvSpPr>
          <p:nvPr/>
        </p:nvSpPr>
        <p:spPr>
          <a:xfrm>
            <a:off x="2142565" y="663388"/>
            <a:ext cx="7713534" cy="5226423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spc="100" baseline="0">
                <a:solidFill>
                  <a:schemeClr val="accent4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pPr algn="l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Satellite Data: Combined Elevation, Soil, Land Cover &amp; Rainfall maps.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Dual AI Engine: Used K-Means &amp; Random Forest to find 5 optimal check dam sites.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Impact: Captures 118M Liters of water &amp; recharges 7,800+ Acres of farmland.</a:t>
            </a:r>
          </a:p>
          <a:p>
            <a:pPr algn="l"/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Radar Data: Integrate Sentinel-1 satellite radar for monsoon tracking.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Flood Simulation: Model exact water depth spreading behind dam.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State-Wide Scaling: Expand system to cover all river basins in Tamil Nadu.</a:t>
            </a:r>
          </a:p>
        </p:txBody>
      </p:sp>
    </p:spTree>
    <p:extLst>
      <p:ext uri="{BB962C8B-B14F-4D97-AF65-F5344CB8AC3E}">
        <p14:creationId xmlns:p14="http://schemas.microsoft.com/office/powerpoint/2010/main" val="3158872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{58E4A4CB-A53F-48AF-9C63-D26C08C910C7}TF8c6975b0-03aa-48e8-8a23-2a6072f108da7bca746b_win32-937fb968a2bf</Template>
  <TotalTime>272</TotalTime>
  <Words>650</Words>
  <Application>Microsoft Office PowerPoint</Application>
  <PresentationFormat>Widescreen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Tenorite </vt:lpstr>
      <vt:lpstr>Tenorite Bold</vt:lpstr>
      <vt:lpstr>Custom</vt:lpstr>
      <vt:lpstr>   Project c turning floodwaters into productive agriculture.  team id: h26agr09 project lead: Niranjan s project members: deepak p  &amp; Santhosh gk college name: vellore institute of technology - chennai  </vt:lpstr>
      <vt:lpstr>Problem Statement:  During flood events, massive volumes of unutilized freshwater from the lower Kollidam River basin are lost directly to the Bay of Bengal due to a lack of water retention structures, leaving adjacent agricultural zones to suffer from severe groundwater depletion.    Objectives:  1) Develop an AI-driven geospatial decision support system to optimize check-dam placement along the Kollidam River basin using multi-criteria hydrological modeling. 2)Maximize groundwater recharge and prevent freshwater sea loss by analyzing high-resolution 30m DEM terrain elevation, soil permeability, and daily rainfall data.</vt:lpstr>
      <vt:lpstr>System design</vt:lpstr>
      <vt:lpstr>Algorithm</vt:lpstr>
      <vt:lpstr>Technology stack</vt:lpstr>
      <vt:lpstr>Result</vt:lpstr>
      <vt:lpstr>Existing solutions and its gap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PARTHIBAN</dc:creator>
  <cp:lastModifiedBy>DEEPAK PARTHIBAN</cp:lastModifiedBy>
  <cp:revision>1</cp:revision>
  <dcterms:created xsi:type="dcterms:W3CDTF">2026-08-01T05:57:16Z</dcterms:created>
  <dcterms:modified xsi:type="dcterms:W3CDTF">2026-08-01T10:29:41Z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